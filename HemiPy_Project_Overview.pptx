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719E0-F510-03F0-E209-39FB9D735D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8CB04D-DEFB-0467-E63A-862F137407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7EE58D-6C94-E7BD-FB9F-1897EEB53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3ADA5-2FCE-46FC-8CB7-4A654CD5FE06}" type="datetimeFigureOut">
              <a:rPr lang="en-CA" smtClean="0"/>
              <a:t>2026-01-28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07152C-3662-1AAC-B16C-3A37AF44B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504440-EE8A-4016-0D7A-A6FA4F669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3381B-7E29-479F-8445-DD6957F7E47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383040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E7B6A-8CDD-64B5-B08B-D69981316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26FF59-825A-CB4A-41F8-73E6A694A1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C7D16D-1DD7-BBD0-E547-9E774A89B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3ADA5-2FCE-46FC-8CB7-4A654CD5FE06}" type="datetimeFigureOut">
              <a:rPr lang="en-CA" smtClean="0"/>
              <a:t>2026-01-28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1B7AD3-AEDD-57BF-71E5-C1821849A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53303A-80AA-EC58-7AEB-A828472C0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3381B-7E29-479F-8445-DD6957F7E47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644502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AC97F-2655-6808-B05B-5F057B9CD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2EBEAE-7FD0-4EFD-C5B3-4D4DA08DEC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EFD08E-9FC4-3151-6672-D9D777A8E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3ADA5-2FCE-46FC-8CB7-4A654CD5FE06}" type="datetimeFigureOut">
              <a:rPr lang="en-CA" smtClean="0"/>
              <a:t>2026-01-28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75C824-58F3-6013-2B6F-541846BEA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72FD04-65AD-39D1-2DE8-371DEC1EA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3381B-7E29-479F-8445-DD6957F7E47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81660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DF601-5B99-4942-4432-698063B25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0E140-976F-1412-8B9E-E9595F7763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B870E9-48F4-2B4F-53C7-F7901EDB08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2A157F-816D-6630-04CD-FD9690432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3ADA5-2FCE-46FC-8CB7-4A654CD5FE06}" type="datetimeFigureOut">
              <a:rPr lang="en-CA" smtClean="0"/>
              <a:t>2026-01-28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EA49C0-3FA3-124B-900B-18DF4DE50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3A549A-821C-4CF9-A050-0527F7B89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3381B-7E29-479F-8445-DD6957F7E47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844265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4C170-9263-1EF9-D31D-146FC5230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BE3BB9-3DC1-91BA-EDD2-2A3CD2054F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B3BFFA-B267-55AA-71F8-7E816454EA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C9DB14-5989-D6A4-7972-7EF3561463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A5039C-716D-1837-A906-7A2A2AB9CB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3A9BF6-035C-B50B-8ED5-690D70280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3ADA5-2FCE-46FC-8CB7-4A654CD5FE06}" type="datetimeFigureOut">
              <a:rPr lang="en-CA" smtClean="0"/>
              <a:t>2026-01-28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C25F82-6212-6EB0-DD4D-D6867EC8A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C04433-D15A-BDD9-4754-1442162D2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3381B-7E29-479F-8445-DD6957F7E47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29838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0F205-7B85-A6DC-22E0-E67AC88DD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8BDC2D-DC44-8C6C-3A8E-306430561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3ADA5-2FCE-46FC-8CB7-4A654CD5FE06}" type="datetimeFigureOut">
              <a:rPr lang="en-CA" smtClean="0"/>
              <a:t>2026-01-28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D3434A-B75F-EEF4-F43B-1B290CCE3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13900C-2966-5450-54E4-1F3CED5F6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3381B-7E29-479F-8445-DD6957F7E47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376707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D971FD-3F1B-F02B-D0E3-3096224C8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3ADA5-2FCE-46FC-8CB7-4A654CD5FE06}" type="datetimeFigureOut">
              <a:rPr lang="en-CA" smtClean="0"/>
              <a:t>2026-01-28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5BC925-8AAD-FD0E-B47D-15806FAC6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5CFB4D-6770-0611-15C2-AF4E3B049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3381B-7E29-479F-8445-DD6957F7E47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73525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42CB4-0203-2682-A676-35FCD1426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C9AC9A-C7F8-90A8-4D4A-D123DF5717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D24A9F-DC25-1548-E724-7A696DE826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2DABB8-EC2D-DD2C-B661-2124B08E9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3ADA5-2FCE-46FC-8CB7-4A654CD5FE06}" type="datetimeFigureOut">
              <a:rPr lang="en-CA" smtClean="0"/>
              <a:t>2026-01-28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15D73C-1613-93E2-A530-883D55318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046FF6-FA12-607D-1EAC-9867164C3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3381B-7E29-479F-8445-DD6957F7E47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98504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5F767-EA1B-9771-843F-FCCA57F8C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E0EA33-4B80-2E64-278F-7CC71BCD48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A93435-7271-475A-F9F6-F6BC77A6C0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DBB967-C54D-8E33-D59D-FF03D36EF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3ADA5-2FCE-46FC-8CB7-4A654CD5FE06}" type="datetimeFigureOut">
              <a:rPr lang="en-CA" smtClean="0"/>
              <a:t>2026-01-28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884701-9053-A80E-B2B0-377012814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0B5014-DEF0-0DF9-80EF-B1C18D7BE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3381B-7E29-479F-8445-DD6957F7E47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68655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48DD0-F54B-DA97-4480-4DBD3D3CB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955801-3CCC-74D3-D100-E4737EA80E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2536FC-EAF7-2E60-5626-6DD00E313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3ADA5-2FCE-46FC-8CB7-4A654CD5FE06}" type="datetimeFigureOut">
              <a:rPr lang="en-CA" smtClean="0"/>
              <a:t>2026-01-28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B61CBA-32ED-82B0-D59F-EDE18A7BB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415DDB-BBAD-44EA-B57D-4976C5A48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3381B-7E29-479F-8445-DD6957F7E47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02823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6A52CE-1940-1D37-FE4C-B4AC75927F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14AC32-1797-13AB-8F4F-82E99A5DDB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EF7CF7-B4E9-599E-A329-33FD5FDDE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3ADA5-2FCE-46FC-8CB7-4A654CD5FE06}" type="datetimeFigureOut">
              <a:rPr lang="en-CA" smtClean="0"/>
              <a:t>2026-01-28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E49612-6610-E59E-4BFE-03D3A24D2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9C31CC-4A46-C142-289E-C2F02F752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3381B-7E29-479F-8445-DD6957F7E47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255639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FC8BD-6B8C-AE0B-4A75-A30F5929B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5BBA06-1213-52F2-8322-A46CE24E1B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A2AA8F-59D1-D919-6540-304DB14BF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3ADA5-2FCE-46FC-8CB7-4A654CD5FE06}" type="datetimeFigureOut">
              <a:rPr lang="en-CA" smtClean="0"/>
              <a:t>2026-01-28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DF6CF1-50EC-D7A6-BC40-C638B811C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67657E-F1F8-8134-7817-CC038FA1F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3381B-7E29-479F-8445-DD6957F7E47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820304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9A193D-4503-48E3-C987-F7DE087E6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BFE981-D38F-67A5-58DC-3FC93BB2D2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61ABD6-664A-9299-EF87-47941E007F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73ADA5-2FCE-46FC-8CB7-4A654CD5FE06}" type="datetimeFigureOut">
              <a:rPr lang="en-CA" smtClean="0"/>
              <a:t>2026-01-28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375671-C291-2371-72D4-F43FD564FD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9123A9-E2D6-174B-DC11-07308148A3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43381B-7E29-479F-8445-DD6957F7E47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55040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78B73-DF4A-DDAA-2B84-C7F2D8D54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HemiPy Simulation + ML Pipeline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043CC0-0397-CFA3-7713-13FE82A704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/>
              <a:t>Goal: validate hemispherical-photo canopy metrics on simulated data</a:t>
            </a:r>
          </a:p>
          <a:p>
            <a:r>
              <a:rPr lang="en-CA"/>
              <a:t>Outputs: PAI (orientation-invariant), hinge PAIe (orientation-dependent), hinge clumping</a:t>
            </a:r>
          </a:p>
          <a:p>
            <a:r>
              <a:rPr lang="en-CA"/>
              <a:t>Runs on Windows + CUDA (PyTorch)</a:t>
            </a:r>
          </a:p>
        </p:txBody>
      </p:sp>
    </p:spTree>
    <p:extLst>
      <p:ext uri="{BB962C8B-B14F-4D97-AF65-F5344CB8AC3E}">
        <p14:creationId xmlns:p14="http://schemas.microsoft.com/office/powerpoint/2010/main" val="27280372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201C2-7AD6-6BCB-92DC-897E30044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Inputs  Outputs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49320E-C0CE-5964-7CD1-9609D5641D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/>
              <a:t>Inputs: simulated hemispherical images (ERECT/PLANO/RND) + truth tables</a:t>
            </a:r>
          </a:p>
          <a:p>
            <a:r>
              <a:rPr lang="en-CA"/>
              <a:t>Index: dataset_index/image_dataset_index.csv (image_path, case_norm, orientation, truth labels)</a:t>
            </a:r>
          </a:p>
          <a:p>
            <a:r>
              <a:rPr lang="en-CA"/>
              <a:t>Outputs: per-image + per-site CSVs, metrics summaries, archived runs</a:t>
            </a:r>
          </a:p>
        </p:txBody>
      </p:sp>
    </p:spTree>
    <p:extLst>
      <p:ext uri="{BB962C8B-B14F-4D97-AF65-F5344CB8AC3E}">
        <p14:creationId xmlns:p14="http://schemas.microsoft.com/office/powerpoint/2010/main" val="4238836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1C599-4418-AB8C-3496-69DACEEB6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Was Added (Around Core HemiPy)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5BFDFB-CC9D-C60C-C32D-0B6B593114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/>
              <a:t>Simulation ingestion + dataset indexing (case_norm/orientation parsing)</a:t>
            </a:r>
          </a:p>
          <a:p>
            <a:r>
              <a:rPr lang="en-CA"/>
              <a:t>Truth join + evaluation scripts (metrics, residuals)</a:t>
            </a:r>
          </a:p>
          <a:p>
            <a:r>
              <a:rPr lang="en-CA"/>
              <a:t>CNN baseline to predict PAI (orientation-invariant target)</a:t>
            </a:r>
          </a:p>
          <a:p>
            <a:r>
              <a:rPr lang="en-CA"/>
              <a:t>Hinge CNN to predict PAIe_hinge (orientation-dependent target)</a:t>
            </a:r>
          </a:p>
          <a:p>
            <a:r>
              <a:rPr lang="en-CA"/>
              <a:t>Progress logging (single CSV with run_id) + run archiving</a:t>
            </a:r>
          </a:p>
          <a:p>
            <a:r>
              <a:rPr lang="en-CA"/>
              <a:t>Clumping-hinge computation: clumping_hinge = PAIe_hinge / PAI</a:t>
            </a:r>
          </a:p>
        </p:txBody>
      </p:sp>
    </p:spTree>
    <p:extLst>
      <p:ext uri="{BB962C8B-B14F-4D97-AF65-F5344CB8AC3E}">
        <p14:creationId xmlns:p14="http://schemas.microsoft.com/office/powerpoint/2010/main" val="19349850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C2960-17A3-FE4F-B345-FA277F090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How It Works (End-to-End)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75C65C-5D8B-BADF-B04C-9BDBB6FC20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/>
              <a:t>1) Build dataset index from Simulations/ images</a:t>
            </a:r>
          </a:p>
          <a:p>
            <a:r>
              <a:rPr lang="en-CA"/>
              <a:t>2) Join PAI truth by case_norm (same across orientations)</a:t>
            </a:r>
          </a:p>
          <a:p>
            <a:r>
              <a:rPr lang="en-CA"/>
              <a:t>3) Join hinge PAIe truth by (case_norm, orientation)</a:t>
            </a:r>
          </a:p>
          <a:p>
            <a:r>
              <a:rPr lang="en-CA"/>
              <a:t>4) Train CNN for PAI; write per-image/per-site predictions</a:t>
            </a:r>
          </a:p>
          <a:p>
            <a:r>
              <a:rPr lang="en-CA"/>
              <a:t>5) Train CNN for PAIe_hinge; write per-image/per-site predictions</a:t>
            </a:r>
          </a:p>
          <a:p>
            <a:r>
              <a:rPr lang="en-CA"/>
              <a:t>6) Compute hinge clumping from merged per-site outputs</a:t>
            </a:r>
          </a:p>
        </p:txBody>
      </p:sp>
    </p:spTree>
    <p:extLst>
      <p:ext uri="{BB962C8B-B14F-4D97-AF65-F5344CB8AC3E}">
        <p14:creationId xmlns:p14="http://schemas.microsoft.com/office/powerpoint/2010/main" val="23991176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002A0-CAB2-6F11-5C79-43DC950A2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Key Fixes + Validation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F54F85-1980-8A3F-87F2-C48A4C54B8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/>
              <a:t>Parsed hinge truth strings like '1.66+/-0.06' into numeric labels</a:t>
            </a:r>
          </a:p>
          <a:p>
            <a:r>
              <a:rPr lang="en-CA"/>
              <a:t>Confirmed original hemipy/ source matches upstream byte-for-byte</a:t>
            </a:r>
          </a:p>
          <a:p>
            <a:r>
              <a:rPr lang="en-CA"/>
              <a:t>Orientation logic: PAI invariant; PAIe_hinge and clumping depend on orientation</a:t>
            </a:r>
          </a:p>
        </p:txBody>
      </p:sp>
    </p:spTree>
    <p:extLst>
      <p:ext uri="{BB962C8B-B14F-4D97-AF65-F5344CB8AC3E}">
        <p14:creationId xmlns:p14="http://schemas.microsoft.com/office/powerpoint/2010/main" val="4634455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F8622-E96A-5415-754B-27ABA04C1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Current Results + Next Steps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D66A33-EBD1-92FD-4F37-ED70C8C162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/>
              <a:t>Clumping-hinge evaluation (example run): n=150, r0.84, R0.61, RMSE0.11, MAE0.063</a:t>
            </a:r>
          </a:p>
          <a:p>
            <a:r>
              <a:rPr lang="en-CA"/>
              <a:t>Next: resolve intermittent hinge-training exit-code-1 reruns</a:t>
            </a:r>
          </a:p>
          <a:p>
            <a:r>
              <a:rPr lang="en-CA"/>
              <a:t>Optional: add plots (truth vs pred) + presentation-ready figures</a:t>
            </a:r>
          </a:p>
        </p:txBody>
      </p:sp>
    </p:spTree>
    <p:extLst>
      <p:ext uri="{BB962C8B-B14F-4D97-AF65-F5344CB8AC3E}">
        <p14:creationId xmlns:p14="http://schemas.microsoft.com/office/powerpoint/2010/main" val="24932325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324</Words>
  <Application>Microsoft Office PowerPoint</Application>
  <PresentationFormat>Widescreen</PresentationFormat>
  <Paragraphs>30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HemiPy Simulation + ML Pipeline</vt:lpstr>
      <vt:lpstr>Inputs  Outputs</vt:lpstr>
      <vt:lpstr>What Was Added (Around Core HemiPy)</vt:lpstr>
      <vt:lpstr>How It Works (End-to-End)</vt:lpstr>
      <vt:lpstr>Key Fixes + Validation</vt:lpstr>
      <vt:lpstr>Current Results + 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Abu-Osbeh, Waleed</dc:creator>
  <cp:lastModifiedBy>Abu-Osbeh, Waleed</cp:lastModifiedBy>
  <cp:revision>1</cp:revision>
  <dcterms:created xsi:type="dcterms:W3CDTF">2026-01-28T20:30:32Z</dcterms:created>
  <dcterms:modified xsi:type="dcterms:W3CDTF">2026-01-28T20:30:32Z</dcterms:modified>
</cp:coreProperties>
</file>